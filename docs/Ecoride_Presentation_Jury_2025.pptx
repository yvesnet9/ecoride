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t>🌿 Ecoride – Mobilité partagée et écoresponsable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👤 Yves Mukuna Jamesy</a:t>
            </a:r>
          </a:p>
          <a:p>
            <a:pPr>
              <a:defRPr sz="2000"/>
            </a:pPr>
            <a:r>
              <a:t>🎓 Développeur Web &amp; Web Mobile – Studi 2025</a:t>
            </a:r>
          </a:p>
          <a:p>
            <a:pPr>
              <a:defRPr sz="2000"/>
            </a:pPr>
            <a:r>
              <a:t>📘 Projet de fin d’étude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t>🌍 Contexte &amp; problématique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Les trajets individuels génèrent beaucoup de CO₂.</a:t>
            </a:r>
          </a:p>
          <a:p>
            <a:pPr>
              <a:defRPr sz="2000"/>
            </a:pPr>
            <a:r>
              <a:t>🎯 Objectif : promouvoir le covoiturage et récompenser les comportements écologiques.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t>🎯 Objectifs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💡 Créer une application full-stack complète.</a:t>
            </a:r>
          </a:p>
          <a:p>
            <a:pPr>
              <a:defRPr sz="2000"/>
            </a:pPr>
            <a:r>
              <a:t>🌿 Simplifier les trajets partagés.</a:t>
            </a:r>
          </a:p>
          <a:p>
            <a:pPr>
              <a:defRPr sz="2000"/>
            </a:pPr>
            <a:r>
              <a:t>♻️ Encourager la mobilité durable.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t>⚙️ Stack technique MERN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React – Front-end (UI moderne)</a:t>
            </a:r>
          </a:p>
          <a:p>
            <a:pPr>
              <a:defRPr sz="2000"/>
            </a:pPr>
            <a:r>
              <a:t>Express.js – API serveur</a:t>
            </a:r>
          </a:p>
          <a:p>
            <a:pPr>
              <a:defRPr sz="2000"/>
            </a:pPr>
            <a:r>
              <a:t>MongoDB Atlas – Base de données</a:t>
            </a:r>
          </a:p>
          <a:p>
            <a:pPr>
              <a:defRPr sz="2000"/>
            </a:pPr>
            <a:r>
              <a:t>Node.js – Backend</a:t>
            </a:r>
          </a:p>
          <a:p>
            <a:pPr>
              <a:defRPr sz="2000"/>
            </a:pPr>
            <a:r>
              <a:t>Framer Motion – Animations fluides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t>🧠 Architecture globale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Front → Back via requêtes fetch</a:t>
            </a:r>
          </a:p>
          <a:p>
            <a:pPr>
              <a:defRPr sz="2000"/>
            </a:pPr>
            <a:r>
              <a:t>Back → MongoDB via Mongoose</a:t>
            </a:r>
          </a:p>
          <a:p>
            <a:pPr>
              <a:defRPr sz="2000"/>
            </a:pPr>
            <a:r>
              <a:t>Réponses JSON pour le front</a:t>
            </a:r>
          </a:p>
          <a:p>
            <a:pPr>
              <a:defRPr sz="2000"/>
            </a:pPr>
            <a:r>
              <a:t>Connexion fluide entre tous les modules.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t>🚗 Fonctionnalités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👥 Gestion des utilisateurs</a:t>
            </a:r>
          </a:p>
          <a:p>
            <a:pPr>
              <a:defRPr sz="2000"/>
            </a:pPr>
            <a:r>
              <a:t>🚗 Gestion des trajets</a:t>
            </a:r>
          </a:p>
          <a:p>
            <a:pPr>
              <a:defRPr sz="2000"/>
            </a:pPr>
            <a:r>
              <a:t>🌱 Calcul automatique des écoPoints</a:t>
            </a:r>
          </a:p>
          <a:p>
            <a:pPr>
              <a:defRPr sz="2000"/>
            </a:pPr>
            <a:r>
              <a:t>💾 Sauvegarde MongoDB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t>🎨 Interface &amp;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Vert Ecoride (#2e7d32)</a:t>
            </a:r>
          </a:p>
          <a:p>
            <a:pPr>
              <a:defRPr sz="2000"/>
            </a:pPr>
            <a:r>
              <a:t>Loader animé avec logo Ecoride</a:t>
            </a:r>
          </a:p>
          <a:p>
            <a:pPr>
              <a:defRPr sz="2000"/>
            </a:pPr>
            <a:r>
              <a:t>Animations Framer Motion (fade, slide, hover)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t>📋 Gestion de projet &amp; outils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🧩 Git + GitHub (commits F1.1 → F1.10)</a:t>
            </a:r>
          </a:p>
          <a:p>
            <a:pPr>
              <a:defRPr sz="2000"/>
            </a:pPr>
            <a:r>
              <a:t>📋 Trello pour le suivi Agile</a:t>
            </a:r>
          </a:p>
          <a:p>
            <a:pPr>
              <a:defRPr sz="2000"/>
            </a:pPr>
            <a:r>
              <a:t>🧰 Postman / MongoDB Atlas pour les tests et la base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t>🚀 Conclusion &amp;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Projet complet et fonctionnel</a:t>
            </a:r>
          </a:p>
          <a:p>
            <a:pPr>
              <a:defRPr sz="2000"/>
            </a:pPr>
            <a:r>
              <a:t>🔒 Authentification JWT</a:t>
            </a:r>
          </a:p>
          <a:p>
            <a:pPr>
              <a:defRPr sz="2000"/>
            </a:pPr>
            <a:r>
              <a:t>📱 Application mobile</a:t>
            </a:r>
          </a:p>
          <a:p>
            <a:pPr>
              <a:defRPr sz="2000"/>
            </a:pPr>
            <a:r>
              <a:t>🌿 Système de récompenses écologiques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t>🙏 Clôture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“Ecoride prouve que le numérique peut être un levier pour l’écologie.”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Merci pour votre attention 💚</a:t>
            </a:r>
          </a:p>
          <a:p>
            <a:pPr>
              <a:defRPr sz="2000"/>
            </a:pPr>
            <a:r>
              <a:t>Des questions ? 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